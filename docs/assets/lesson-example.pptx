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4C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《师说》样例课件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43B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寻找论点与证据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4C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研读 · 40分钟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43B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小组逐句研读，并核对教材原文。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43B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关键问题：作者如何支持自己的判断？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4C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原文与复核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43B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固定测试样例，未经 AI 生成；请教师复核。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请教师复核后使用</dc:subject>
  <dc:creator>AI Teacher Coach</dc:creator>
  <cp:lastModifiedBy>AI Teacher Coach</cp:lastModifiedBy>
  <cp:revision>1</cp:revision>
  <dcterms:created xsi:type="dcterms:W3CDTF">2026-10-08T18:25:03Z</dcterms:created>
  <dcterms:modified xsi:type="dcterms:W3CDTF">2026-10-08T18:25:03Z</dcterms:modified>
</cp:coreProperties>
</file>